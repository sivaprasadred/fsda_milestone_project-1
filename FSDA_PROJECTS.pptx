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02-03-2026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 err="1">
                <a:solidFill>
                  <a:srgbClr val="0070C0"/>
                </a:solidFill>
              </a:rPr>
              <a:t>TrackWise</a:t>
            </a:r>
            <a:r>
              <a:rPr lang="en-IN" sz="3200" dirty="0">
                <a:solidFill>
                  <a:srgbClr val="0070C0"/>
                </a:solidFill>
              </a:rPr>
              <a:t>: Relational Expense Analytics Platform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P. SIVAPRASAD REDDY – VTU25749 – 23UESE0856.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8 - </a:t>
            </a:r>
            <a:r>
              <a:rPr lang="en-US" sz="2000" b="1" dirty="0"/>
              <a:t>Decent Work and Economic Growth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Background of the Problem:</a:t>
            </a:r>
            <a:br>
              <a:rPr lang="en-US" sz="2800" dirty="0"/>
            </a:br>
            <a:r>
              <a:rPr lang="en-US" sz="2800" dirty="0"/>
              <a:t>Most people and small businesses track expenses manually or inconsistently, leading to poor financial visibility and decision-making.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b="1" dirty="0"/>
              <a:t>Why This Project Is Important:</a:t>
            </a:r>
            <a:br>
              <a:rPr lang="en-US" sz="2800" dirty="0"/>
            </a:br>
            <a:r>
              <a:rPr lang="en-US" sz="2800" dirty="0"/>
              <a:t>Without structured tracking and analysis, users cannot identify spending patterns or control unnecessary expenses effectively.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b="1" dirty="0"/>
              <a:t>Real-World Relevance:</a:t>
            </a:r>
            <a:br>
              <a:rPr lang="en-US" sz="2800" dirty="0"/>
            </a:br>
            <a:r>
              <a:rPr lang="en-US" sz="2800" dirty="0"/>
              <a:t>Accurate expense analytics helps individuals budget better and enables businesses to maintain financial stability and growth.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b="1" dirty="0"/>
              <a:t>Brief Overview of the System:</a:t>
            </a:r>
            <a:br>
              <a:rPr lang="en-US" sz="2800" dirty="0"/>
            </a:br>
            <a:r>
              <a:rPr lang="en-US" sz="2800" dirty="0" err="1"/>
              <a:t>TrackWise</a:t>
            </a:r>
            <a:r>
              <a:rPr lang="en-US" sz="2800" dirty="0"/>
              <a:t> is a relational expense analytics platform that stores, organizes, and analyzes financial data to generate meaningful insights and reports.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Many individuals and small businesses manage expenses using spreadsheets or manual records, which leads to errors and inconsistencies.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Financial data is often scattered across multiple files, making tracking and analysis difficult.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There is no structured relational system linking expenses with categories, dates, and reports.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This lack of integration reduces financial visibility and weakens budgeting decisions.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Existing basic tools focus mainly on data entry and lack advanced analytical features.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Users struggle to identify spending patterns and unnecessary expenses.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Report generation is often manual, time-consuming, and inaccurate.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Therefore, a centralized and automated relational expense analytics platform like </a:t>
            </a:r>
            <a:r>
              <a:rPr lang="en-US" sz="2800" dirty="0" err="1"/>
              <a:t>TrackWise</a:t>
            </a:r>
            <a:r>
              <a:rPr lang="en-US" sz="2800" dirty="0"/>
              <a:t> is required to improve accuracy and decision-making.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To design and develop</a:t>
            </a:r>
            <a:r>
              <a:rPr lang="en-US" sz="2800" dirty="0"/>
              <a:t> a relational expense analytics platform that securely stores and categorizes at least 1000+ expense records with structured database integration.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To implement</a:t>
            </a:r>
            <a:r>
              <a:rPr lang="en-US" sz="2800" dirty="0"/>
              <a:t> automated reporting and trend analysis features that generate monthly and category-wise financial summaries with accurate data visualization.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To improve</a:t>
            </a:r>
            <a:r>
              <a:rPr lang="en-US" sz="2800" dirty="0"/>
              <a:t> budgeting accuracy by enabling automated expense categorization and real-time financial tracking.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To evaluate the performance of</a:t>
            </a:r>
            <a:r>
              <a:rPr lang="en-US" sz="2800" dirty="0"/>
              <a:t> the </a:t>
            </a:r>
            <a:r>
              <a:rPr lang="en-US" sz="2800" dirty="0" err="1"/>
              <a:t>TrackWise</a:t>
            </a:r>
            <a:r>
              <a:rPr lang="en-US" sz="2800" dirty="0"/>
              <a:t> platform based on data processing speed, report generation time, and accuracy of financial analytics.</a:t>
            </a:r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TrackWise</a:t>
            </a:r>
            <a:r>
              <a:rPr lang="en-US" sz="2800" dirty="0"/>
              <a:t> provides a centralized web-based platform that stores all expense data in a structured relational database.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It connects expenses with categories, dates, and user accounts, ensuring organized and consistent data management.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system automates calculations, report generation, and category-wise summaries, reducing manual work and errors.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Real-time analytics and trend visualization help users quickly understand spending patterns.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It eliminates scattered spreadsheets by integrating data entry, storage, and analysis into one system.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platform improves accuracy through validation checks and structured database relationships.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Compared to basic tools, </a:t>
            </a:r>
            <a:r>
              <a:rPr lang="en-US" sz="2800" dirty="0" err="1"/>
              <a:t>TrackWise</a:t>
            </a:r>
            <a:r>
              <a:rPr lang="en-US" sz="2800" dirty="0"/>
              <a:t> offers deeper analytical insights instead of simple record-keeping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Overall, it enhances financial visibility, decision-making speed, and long-term budgeting efficiency.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1D8494-000D-6368-9493-2E56C3EE4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373627"/>
            <a:ext cx="12954000" cy="863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3246B-ABF0-36E5-88FE-525F737CF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554" y="1233462"/>
            <a:ext cx="13106400" cy="873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Frontend:</a:t>
            </a:r>
            <a:r>
              <a:rPr lang="en-US" sz="2800" dirty="0"/>
              <a:t> HTML5, CSS3 (Flexbox &amp; Grid), and JavaScript (ES6) for building a responsive user interface.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Backend:</a:t>
            </a:r>
            <a:r>
              <a:rPr lang="en-US" sz="2800" dirty="0"/>
              <a:t> Node </a:t>
            </a:r>
            <a:r>
              <a:rPr lang="en-US" sz="2800" dirty="0" err="1"/>
              <a:t>js</a:t>
            </a:r>
            <a:r>
              <a:rPr lang="en-US" sz="2800" dirty="0"/>
              <a:t> with Apache Server (XAMPP) for handling server-side logic and data processing.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Database:</a:t>
            </a:r>
            <a:r>
              <a:rPr lang="en-US" sz="2800" dirty="0"/>
              <a:t> MySQL relational database for structured storage and management of expense records.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Tools:</a:t>
            </a:r>
            <a:r>
              <a:rPr lang="en-US" sz="2800" dirty="0"/>
              <a:t> Visual Studio Code, XAMPP, phpMyAdmin, Git, and Google Chrome for development and testing.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/>
              <a:t>Hardware/Software Requirements:</a:t>
            </a:r>
            <a:r>
              <a:rPr lang="en-IN" sz="2800" dirty="0"/>
              <a:t> Minimum 4GB RAM, Intel i3 or above, 20GB storage, Windows/Linux OS with XAMPP and a modern web browser</a:t>
            </a: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US" sz="2800" dirty="0"/>
              <a:t>Manages user registration, login, and session control with secure validation and user-specific data access.</a:t>
            </a:r>
          </a:p>
          <a:p>
            <a:endParaRPr lang="en-US" sz="2800" dirty="0"/>
          </a:p>
          <a:p>
            <a:r>
              <a:rPr lang="en-IN" sz="2800" b="1" dirty="0"/>
              <a:t>Module 2: Core Processing</a:t>
            </a:r>
          </a:p>
          <a:p>
            <a:r>
              <a:rPr lang="en-US" sz="2800" dirty="0"/>
              <a:t>Handles expense input, category assignment, validation, and structured storage of financial records.</a:t>
            </a:r>
          </a:p>
          <a:p>
            <a:endParaRPr lang="en-US" sz="2800" dirty="0"/>
          </a:p>
          <a:p>
            <a:r>
              <a:rPr lang="en-IN" sz="2800" b="1" dirty="0"/>
              <a:t>Module 3: Database Management</a:t>
            </a:r>
          </a:p>
          <a:p>
            <a:r>
              <a:rPr lang="en-US" sz="2800" dirty="0"/>
              <a:t>Maintains structured tables for users, expenses, and categories while ensuring data integrity and efficient retrieval.</a:t>
            </a:r>
          </a:p>
          <a:p>
            <a:endParaRPr lang="en-US" sz="2800" dirty="0"/>
          </a:p>
          <a:p>
            <a:r>
              <a:rPr lang="en-IN" sz="2800" b="1" dirty="0"/>
              <a:t>Module 4: Reporting &amp; Analytics</a:t>
            </a:r>
          </a:p>
          <a:p>
            <a:r>
              <a:rPr lang="en-US" sz="2800" dirty="0"/>
              <a:t>Processes stored data to generate dashboards, category-wise summaries, trend analysis, and financial reports.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Main     Module:</a:t>
            </a:r>
            <a:br>
              <a:rPr lang="en-US" sz="2800" dirty="0"/>
            </a:br>
            <a:r>
              <a:rPr lang="en-US" sz="2800" dirty="0"/>
              <a:t>Allows users to add, edit, categorize, and</a:t>
            </a:r>
          </a:p>
          <a:p>
            <a:pPr algn="just"/>
            <a:r>
              <a:rPr lang="en-US" sz="2800" dirty="0"/>
              <a:t>manage expenses while processing data</a:t>
            </a:r>
          </a:p>
          <a:p>
            <a:pPr algn="just"/>
            <a:r>
              <a:rPr lang="en-US" sz="2800" dirty="0"/>
              <a:t>for analytics.</a:t>
            </a:r>
          </a:p>
          <a:p>
            <a:pPr algn="just"/>
            <a:r>
              <a:rPr lang="en-US" sz="2800" dirty="0"/>
              <a:t>Performs core operations such as expense </a:t>
            </a:r>
          </a:p>
          <a:p>
            <a:pPr algn="just"/>
            <a:r>
              <a:rPr lang="en-US" sz="2800" dirty="0"/>
              <a:t>recording, updating, deletion, and category </a:t>
            </a:r>
          </a:p>
          <a:p>
            <a:pPr algn="just"/>
            <a:r>
              <a:rPr lang="en-US" sz="2800" dirty="0"/>
              <a:t>management.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Login Page:</a:t>
            </a:r>
            <a:br>
              <a:rPr lang="en-US" sz="2800" dirty="0"/>
            </a:br>
            <a:r>
              <a:rPr lang="en-US" sz="2800" dirty="0"/>
              <a:t>Authenticates users by verifying credentials and </a:t>
            </a:r>
          </a:p>
          <a:p>
            <a:pPr algn="just"/>
            <a:r>
              <a:rPr lang="en-US" sz="2800" dirty="0"/>
              <a:t>grants secure access to their personal expense </a:t>
            </a:r>
          </a:p>
          <a:p>
            <a:pPr algn="just"/>
            <a:r>
              <a:rPr lang="en-US" sz="2800" dirty="0"/>
              <a:t>data.</a:t>
            </a:r>
          </a:p>
          <a:p>
            <a:pPr algn="just"/>
            <a:r>
              <a:rPr lang="en-US" sz="2800" dirty="0"/>
              <a:t>Ensures secure user authentication and prevents </a:t>
            </a:r>
          </a:p>
          <a:p>
            <a:pPr algn="just"/>
            <a:r>
              <a:rPr lang="en-US" sz="2800" dirty="0"/>
              <a:t>unauthorized access to financial records.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641CF-B347-772D-5F4B-658235393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654189"/>
            <a:ext cx="7414447" cy="287298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8015A44-22B5-22D4-6CD5-B294A79D58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5194808"/>
            <a:ext cx="7414447" cy="321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ACBA6-3001-313F-8FE8-2F36862B3761}"/>
              </a:ext>
            </a:extLst>
          </p:cNvPr>
          <p:cNvSpPr txBox="1"/>
          <p:nvPr/>
        </p:nvSpPr>
        <p:spPr>
          <a:xfrm>
            <a:off x="2113989" y="1879823"/>
            <a:ext cx="1421067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Home Page:</a:t>
            </a:r>
            <a:br>
              <a:rPr lang="en-US" dirty="0"/>
            </a:br>
            <a:r>
              <a:rPr lang="en-US" sz="2800" dirty="0"/>
              <a:t>Acts as the entry point of the system, presenting</a:t>
            </a:r>
          </a:p>
          <a:p>
            <a:pPr algn="just">
              <a:buNone/>
            </a:pPr>
            <a:r>
              <a:rPr lang="en-US" sz="2800" dirty="0"/>
              <a:t>key features and guiding</a:t>
            </a:r>
          </a:p>
          <a:p>
            <a:pPr algn="just"/>
            <a:r>
              <a:rPr lang="en-US" sz="2800" dirty="0"/>
              <a:t>users to access the platform.</a:t>
            </a:r>
          </a:p>
          <a:p>
            <a:pPr algn="just">
              <a:buNone/>
            </a:pPr>
            <a:r>
              <a:rPr lang="en-US" sz="2800" dirty="0"/>
              <a:t>Provides an overview of the </a:t>
            </a:r>
            <a:r>
              <a:rPr lang="en-US" sz="2800" dirty="0" err="1"/>
              <a:t>TrackWise</a:t>
            </a:r>
            <a:r>
              <a:rPr lang="en-US" sz="2800" dirty="0"/>
              <a:t> platform </a:t>
            </a:r>
          </a:p>
          <a:p>
            <a:pPr algn="just">
              <a:buNone/>
            </a:pPr>
            <a:r>
              <a:rPr lang="en-US" sz="2800" dirty="0"/>
              <a:t>with navigation options for login and system </a:t>
            </a:r>
          </a:p>
          <a:p>
            <a:pPr algn="just">
              <a:buNone/>
            </a:pPr>
            <a:r>
              <a:rPr lang="en-US" sz="2800" dirty="0"/>
              <a:t>features.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r>
              <a:rPr lang="en-US" sz="2800" b="1" dirty="0"/>
              <a:t>Output Page:</a:t>
            </a:r>
            <a:br>
              <a:rPr lang="en-US" sz="2800" dirty="0"/>
            </a:br>
            <a:r>
              <a:rPr lang="en-US" sz="2800" dirty="0"/>
              <a:t>Displays dashboards, charts, and financial </a:t>
            </a:r>
          </a:p>
          <a:p>
            <a:pPr algn="just">
              <a:buNone/>
            </a:pPr>
            <a:r>
              <a:rPr lang="en-US" sz="2800" dirty="0"/>
              <a:t>reports based on analyzed expense data.</a:t>
            </a:r>
          </a:p>
          <a:p>
            <a:pPr algn="just">
              <a:buNone/>
            </a:pPr>
            <a:r>
              <a:rPr lang="en-US" sz="2800" dirty="0"/>
              <a:t>Generates summarized insights, monthly </a:t>
            </a:r>
          </a:p>
          <a:p>
            <a:pPr algn="just">
              <a:buNone/>
            </a:pPr>
            <a:r>
              <a:rPr lang="en-US" sz="2800" dirty="0"/>
              <a:t>reports, and visual analytics for informed </a:t>
            </a:r>
          </a:p>
          <a:p>
            <a:pPr algn="just">
              <a:buNone/>
            </a:pPr>
            <a:r>
              <a:rPr lang="en-US" sz="2800" dirty="0"/>
              <a:t>financial decisions.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E22F9-AAFD-D520-DE58-3D44D71E4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255" y="5640905"/>
            <a:ext cx="7379498" cy="301844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DF99A85-47A7-6D8E-F67E-886A194DC6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253" y="1752023"/>
            <a:ext cx="7379499" cy="325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46480-6516-6A17-18F4-78C0974E2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301" y="1982349"/>
            <a:ext cx="14433531" cy="68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C60935-22E6-D92F-E6B2-C0ACD7EA1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399" y="2031442"/>
            <a:ext cx="14296359" cy="68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E5E68-CE53-9BD3-DDD9-52AD904DF7FB}"/>
              </a:ext>
            </a:extLst>
          </p:cNvPr>
          <p:cNvSpPr txBox="1"/>
          <p:nvPr/>
        </p:nvSpPr>
        <p:spPr>
          <a:xfrm>
            <a:off x="2234315" y="2054238"/>
            <a:ext cx="14045782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/>
              <a:t>Advantages: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Centralized system eliminates scattered spreadsheets and manual record-keeping.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Relational database ensures structured, accurate, and consistent data management.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Automated calculations and report generation reduce human errors.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Real-time analytics improves budgeting and financial decision-making.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Secure user authentication protects personal financial data.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just"/>
            <a:r>
              <a:rPr lang="en-US" sz="2800" b="1" dirty="0"/>
              <a:t>Limitations: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Requires basic technical knowledge to operate and maintain the system.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Depends on internet/server availability for access.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Initial setup and database configuration may require technical expertise.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Limited scalability if not deployed on a high-performance server environment.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1092</Words>
  <Application>Microsoft Office PowerPoint</Application>
  <PresentationFormat>Custom</PresentationFormat>
  <Paragraphs>304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Cambria</vt:lpstr>
      <vt:lpstr>Gotham Bold Italics</vt:lpstr>
      <vt:lpstr>Bookman Old Style</vt:lpstr>
      <vt:lpstr>Gotham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puli sivaprasadreddy</dc:creator>
  <cp:lastModifiedBy>puli sivaprasadreddy</cp:lastModifiedBy>
  <cp:revision>14</cp:revision>
  <dcterms:created xsi:type="dcterms:W3CDTF">2006-08-16T00:00:00Z</dcterms:created>
  <dcterms:modified xsi:type="dcterms:W3CDTF">2026-03-26T04:46:16Z</dcterms:modified>
  <dc:identifier>DAHCaYqJ9OU</dc:identifier>
</cp:coreProperties>
</file>